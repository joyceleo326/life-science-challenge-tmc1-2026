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赛道三｜TMC1小分子候选调节剂筛选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第二轮终局汇报草稿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科学问题：固定预算下，AI辅助排序能否提高计算候选优先级？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所有结果均标注证据类型；未把预测写成实测。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1. 研究对象与证据边界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TMC1：机械转导复合体相关离子通道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结构来源：公开实验结构、预测模型及复合体上下文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输出目标：候选优先级与实验接入清单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静态对接不能直接证明结合、激活、抑制或选择性</a:t>
            </a:r>
          </a:p>
        </p:txBody>
      </p:sp>
      <p:pic>
        <p:nvPicPr>
          <p:cNvPr id="4" name="Picture 3" descr="F6_六链结构与双区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2. 数据池与筛选入口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23,475条来源记录 → 21,356个独立母体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17,645个性质合格；16,698个进入前向池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9,098个满足对接适用域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每个候选保留来源、结构状态和失败记录</a:t>
            </a:r>
          </a:p>
        </p:txBody>
      </p:sp>
      <p:pic>
        <p:nvPicPr>
          <p:cNvPr id="4" name="Picture 3" descr="F1_正式公共库分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3. 统一计算设计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随机、描述符Ridge、主动AI三臂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每臂固定120次尝试，共319个去重物理作业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阈值：−8.0796 kcal/mol；结构代理：孔道中区4 Å接触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AI用于候选排序与预算分配，不等于直接药效预测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4. 历史回放告诉我们的边界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五切分固定预算回放用于检验排序稳定性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AI未稳定超过Ridge，不能外推普遍泛化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正式三臂分布存在分子量和分层差异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因此结果解释限定在本数据集和本协议</a:t>
            </a:r>
          </a:p>
        </p:txBody>
      </p:sp>
      <p:pic>
        <p:nvPicPr>
          <p:cNvPr id="4" name="Picture 3" descr="F2_五切分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5. 三臂结果：静态优先排序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达到分数阈值：随机36、Ridge86、AI115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保留中区接触：随机91、Ridge119、AI107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联合达标：随机29、Ridge85、AI103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结论：AI在本次固定预算中排序收益较高，但仍需实验验证</a:t>
            </a:r>
          </a:p>
        </p:txBody>
      </p:sp>
      <p:pic>
        <p:nvPicPr>
          <p:cNvPr id="4" name="Picture 3" descr="F8_正式前瞻三臂固定预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6. 设计分子复核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固定生成40条的技术QC、分数和中区联合结果为0/40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探索16条用于小样本代理比较，不替代主结果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位姿迁移和化学可实施性警示已保留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设计物结果只支持进一步复核优先级</a:t>
            </a:r>
          </a:p>
        </p:txBody>
      </p:sp>
      <p:pic>
        <p:nvPicPr>
          <p:cNvPr id="4" name="Picture 3" descr="F5_生成设计联合门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7. 六个不同骨架候选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LIB_YWDIXVZCRMMQQY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LIB_MYAFDHCCQBIZLC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LIB_ZNDXPRCORYDEAP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LIB_FCRHJSNRFAAYQD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LIB_DNDVGFIEWOHGAH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LIB_ZVHBDYFMHCQADD</a:t>
            </a:r>
          </a:p>
        </p:txBody>
      </p:sp>
      <p:pic>
        <p:nvPicPr>
          <p:cNvPr id="4" name="Picture 3" descr="六候选二维结构汇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8. 四条件独立确认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ALL seed28/29、M_PUB_CORE seed27、H_AF seed27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24/24独立QC通过；24/24分数达标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22/24保留中区接触；0项荷电警示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两个候选出现盒边界负裕度并缺少中区接触，需谨慎解释</a:t>
            </a:r>
          </a:p>
        </p:txBody>
      </p:sp>
      <p:pic>
        <p:nvPicPr>
          <p:cNvPr id="4" name="Picture 3" descr="六候选真实姿势口袋分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9. 结构代理的解释方式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盒边界、受体距离和中区接触用于质量控制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跨种子位姿迁移提示结构不确定性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静态几何证据不能换算Ki、Kd、EC50或IC50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候选表保留每个条件的原始指标</a:t>
            </a:r>
          </a:p>
        </p:txBody>
      </p:sp>
      <p:pic>
        <p:nvPicPr>
          <p:cNvPr id="4" name="Picture 3" descr="F7_亲本设计物位姿迁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8064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10. 实验接入方案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TMC1/TMC2对照体系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浓度梯度、机械刺激电流、洗脱和基础通道功能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记录细胞状态、重复数、阴性/阳性对照和统计方法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当前交付包不宣称湿实验已经完成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11. 可复现交付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README、入口、依赖与许可说明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results.csv、候选结构、日志、图件来源和SHA256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摘要、评审表、PPT、讲稿使用同一组编号和数字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正式签名、录音和官网回执由团队补齐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756"/>
                </a:solidFill>
              </a:defRPr>
            </a:pPr>
            <a:r>
              <a:t>12. 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本轮完成的是计算候选优先排序与独立质量控制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AI结果有条件地支持候选优先级，不能直接称为药效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下一步：完成真实功能验证与TMC1/TMC2反筛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Microsoft YaHei"/>
              </a:defRPr>
            </a:pPr>
            <a:r>
              <a:t>最终提交需保留预测、计算和实测证据边界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2013-01-27T09:15:58Z</dcterms:modified>
  <cp:category/>
</cp:coreProperties>
</file>