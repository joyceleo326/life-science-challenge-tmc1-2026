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项目题为《靶向TMC1机械转导通道的小分子变构调节剂AI辅助筛选——用于Usher综合征1B的听力代偿保护策略》。研究聚焦MYO7A相关的Usher综合征1B听力问题，选择TMC1作为下游探索对象，通过AI辅助筛选形成六个优先验证候选。当前完成的是计算优选，变构调节及听力代偿保护作用仍需功能实验检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声音引起毛束运动，机械转导通道将这一变化转为细胞电流。MYO7A相关缺陷可能影响毛束结构和力的耦联，患者还可能有前庭与视网膜负担。这里聚焦听觉：只有先确认异常模型仍保留可检测的机械转导功能，才有理由继续测试下游调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选TMC1？已有实验支持它参与机械转导通道的成孔功能，结构研究和小分子筛选先例也提供了探索依据。但这只说明值得研究，不能证明调节TMC1可以替代MYO7A。图中是待检验的下游干预假设：先核残余功能，再看候选是否带来可重复的改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因此，我们把研究分成三个层次。第一，计算帮助决定先测哪些分子；第二，功能实验判断它们增加、减少还是不改变电流；第三，在疾病模型中检验这种变化是否有意义。接下来的数字都属于第一层或计算核查，不能直接作为活性浓度、结合强度或治疗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筛选从公共分子资料开始。来源记录先去重、规范化，再检查性质和结构表示，最终得到九千零九十八个满足本轮对接条件的结构。这个数字是可供选择的结构池，不能误读为全部都做过对接。我们随后在固定尝试数下，比较不同选取方法能找到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子对接可以理解为在蛋白模型附近尝试摆放小分子，并用一个计算分数比较这些姿势。我们还检查它是否接近预设区域，以及是否存在明显几何问题。图中用DND展示已有计算姿势的一个示例。较负分数只用于当前协议的排序，它不能直接告诉我们候选会激活还是抑制通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了评价排序是否有用，我们比较随机抽取、简单性质模型Ridge，以及AI排序。三种方法各固定一百二十次尝试；由于部分结构重叠，去重后实际有三百一十九项计算。模型学习的是既往对接分数，不是患者疗效。分数门槛和区域接触规则在比较前已经固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分子量至少三百五十的子集中，AI的分数达标率为百分之九十五点八，随机为百分之四十三点二。但区域接触上，简单Ridge模型比AI更高；历史骨架留出也没有显示AI稳定占优。所以这次贡献是当前协议中的排序效率，不能说已经找到更有效的药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个候选属于已有研究化合物。精确来源核对显示，五个来自EphB4研究系列，一个来自B-Raf系列，后者还有肿瘤细胞毒性记录。因此这些候选需要优先进行激酶反筛和毛细胞耐受检查，不能仅凭TMC1对接分数推断选择性或治疗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的二十四次计算，是六候选乘四条件：小鼠复合物两次、小鼠单链和人源预测结构。全部通过独立几何检查，二十二次保留目标区域接触，两处例外完整保留。图中只以DND展示四条件，统计覆盖六候选。这组计算与后面的三物种二十四格矩阵分别计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补充了十一个输入的SwissADME、合成可及性和ADMET模型预测。六个正式候选中五个胃肠吸收预测较低，并有溶解性和CYP抑制风险。两套合成可及性分数分别保留，ADMET模型的十个越界数值单列。这些结果用于安排优化和验证，不能证明安全，也不能用血脑屏障预测推断耳蜗暴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物种比较只作为方向性参考。六候选加两参照、乘三种受体，形成二十四格矩阵。在线虫追加条件中，全部十项首姿势都与省略实验组分发生近距冲突，矩阵中的八项是其子集。六候选只有两项保留区域接触。这提示膜与辅助组分环境需要进一步校准，不能据此推论跨物种药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个网络用于结构敏感性核查，其中人鼠两个主域网络共生成二十四个碳阿尔法位移帧。这些帧均未成为可直接用于全原子对接的受体。这里使用的是正常模分析，不是分子动力学，也不代表已经观察到通道开闭或候选激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另一个尝试是生成设计，但它没有带来本轮新增成功候选。正式四十次送算的联合达标为零，既有模型追加选取十条后的联合达标也为零。这些负结果独立保留，不替代原六候选名单。它们提示当前策略仍需改进，也不能扩大解释为所有生成分子都无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异质文献参照也暴露了流程限制。十一条参照中，八条完成对接，三条在制备环节被阻断；三条达到静态分数门槛。这里的三比八不是TMC1活性召回率。阿米洛利在质子化枚举前的源结构门禁被阻断，不能归为对接失败。后续应单独校准准备规则和已知阳性测试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功能实验先确认疾病模型具有残余机械转导。首轮选择一到三个候选，观察电流的浓度关系、洗脱及细胞状态。靶点依赖性采用适合模型的TMC1扰动及救援对照检验，TMC1与TMC2可比体系评价亚型选择性。所有结果保留独立重复与阴性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什么结果才支持下游补偿？需要出现剂量相关、可逆且依赖TMC1的功能效应，并在MYO7A异常模型中重复改善。若没有残余功能，就要先处理生物学前提；若只有细胞损伤或染料变化，不能算功能改善。没有效应时也应限定到所测候选和条件，保留对照、原始记录与不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，本项目已经形成六个可追溯的计算候选，以及相应比较、复核和功能验证方案。当前证据足以安排实验优先级，尚不能判断药效。下一步通过可逆电流效应、TMC1依赖性和疾病模型中的重复改善，逐步检验USH1B下游干预假设。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研究目标｜本科生组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靶向TMC1机械转导通道的小分子变构调节剂AI辅助筛选</a:t>
            </a:r>
          </a:p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——用于Usher综合征1B的听力代偿保护策略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29968"/>
            <a:ext cx="105156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为功能实验选择六个待验证候选</a:t>
            </a:r>
          </a:p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疾病背景：USH1B / MYO7A相关缺陷</a:t>
            </a:r>
          </a:p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赛道三：离子通道小分子虚拟筛选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当前完成计算优选；下游补偿仍需功能实验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科研报告与对应源表；计算结果和研究计划分别解释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为什么研究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USH1B的听力问题涉及毛细胞机械转导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82496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MYO7A相关缺陷可影响毛束结构与力的耦联</a:t>
            </a:r>
          </a:p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声音引起毛束运动，通道电流参与信号转换</a:t>
            </a:r>
          </a:p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本研究聚焦听觉功能，不推论视网膜获益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疾病问题：异常模型还保留多少可调节的功能？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GeneReviews USH1；MYO7A/MET原始研究，见原科研报告来源索引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为什么研究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TMC1值得探索，能否补偿仍取决于残余功能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39319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TMC1具有成孔功能与可测电流读数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结构和文献小分子先例支持化学干预探索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调节下游通道能否改善MYO7A异常，仍是假设</a:t>
            </a:r>
          </a:p>
        </p:txBody>
      </p:sp>
      <p:pic>
        <p:nvPicPr>
          <p:cNvPr id="5" name="Picture 4" descr="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987297"/>
            <a:ext cx="6995160" cy="30114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先核残余功能，再检验候选；示意箭头不是已测因果链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PNAS 2011 doi:10.1073/pnas.1104161108；Neuron 2018 doi:10.1016/j.neuron.2018.07.033；2025筛选研究 doi:10.1038/s42003-025-07943-x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为什么研究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计算负责优选，实验负责判断是否有效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82496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计算问题：哪些结构更值得先做功能实验？</a:t>
            </a:r>
          </a:p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实验问题：候选怎样影响机械刺激电流？</a:t>
            </a:r>
          </a:p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疾病问题：改善是否依赖TMC1并可重复？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三层问题依次回答，分子对接只支持第一层的排序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科研报告与对应源表；计算结果和研究计划分别解释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怎样筛选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逐级整理后，9098个结构满足对接条件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39319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23,475条来源记录 → 21,356个规范母体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性质与表示检查后形成16,698个前向池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9,098个结构满足本轮对接适用域</a:t>
            </a:r>
          </a:p>
        </p:txBody>
      </p:sp>
      <p:pic>
        <p:nvPicPr>
          <p:cNvPr id="5" name="Picture 4" descr="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639290"/>
            <a:ext cx="6995159" cy="370743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9098是可供选择的结构池，不是9098项都已完成对接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F1_正式公共库分母_data.csv；R2冻结分母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怎样筛选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对接模拟候选姿势，用分数安排实验优先级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39319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准备蛋白模型与分子结构，模拟可能的摆放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同时看计算分数、目标区域接触与几何质量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这里的姿势是计算结果，不能据此确认活性</a:t>
            </a:r>
          </a:p>
        </p:txBody>
      </p:sp>
      <p:pic>
        <p:nvPicPr>
          <p:cNvPr id="5" name="Picture 4" descr="pose_focus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213" y="1371600"/>
            <a:ext cx="6303612" cy="42428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分数更负 ≠ 已测结合更强，也不能区分激活与抑制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pose_visualization_source.csv；DND在小鼠复合物的已有首姿势示例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怎样筛选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三种选取方法各用120次尝试进行比较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82496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随机：直接抽取结构，作为基础参照</a:t>
            </a:r>
          </a:p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Ridge：用分子性质和既往对接分数作简单排序</a:t>
            </a:r>
          </a:p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AI：从既往对接数据学习排序，再选择结构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360次方法尝试去重后对应319项实际计算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forward_arm_summary.csv；935条历史QC对接代理标签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怎样筛选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AI提高本次分数达标率，接触优势仍有限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39319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分子量≥350：AI 115/120，随机35/81分数达标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区域接触：AI107/120，Ridge119/120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历史骨架留出中，AI未稳定超过简单模型</a:t>
            </a:r>
          </a:p>
        </p:txBody>
      </p:sp>
      <p:pic>
        <p:nvPicPr>
          <p:cNvPr id="5" name="Picture 4" descr="comparison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94459"/>
            <a:ext cx="6995160" cy="419709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本次筛选提高了优选效率，药效由后续功能实验检验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matched_MW350_metrics.csv；F2_五切分固定预算_data.csv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怎样筛选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已知研究化合物的新用途候选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39319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六候选均有自身ChEMBL药理记录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五个EphB4系列，一个B-Raf系列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优先排查激酶作用与细胞毒性</a:t>
            </a:r>
          </a:p>
        </p:txBody>
      </p:sp>
      <p:pic>
        <p:nvPicPr>
          <p:cNvPr id="5" name="Picture 4" descr="candidates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52752"/>
            <a:ext cx="6995160" cy="40805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TMC1计算优先级需结合已有非TMC1药理解释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formal6_original_assays.csv；ChEMBL原始assay与文献记录；非本团队实测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怎样核查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六候选四条件确认24次计算，接触保留22/24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39319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800" b="0">
                <a:solidFill>
                  <a:srgbClr val="2A3941"/>
                </a:solidFill>
                <a:latin typeface="微软雅黑"/>
              </a:defRPr>
            </a:pPr>
            <a:r>
              <a:t>• 6候选×4条件，共24次计算</a:t>
            </a:r>
          </a:p>
          <a:p>
            <a:pPr>
              <a:spcAft>
                <a:spcPts val="1500"/>
              </a:spcAft>
              <a:defRPr sz="1800" b="0">
                <a:solidFill>
                  <a:srgbClr val="2A3941"/>
                </a:solidFill>
                <a:latin typeface="微软雅黑"/>
              </a:defRPr>
            </a:pPr>
            <a:r>
              <a:t>• 几何QC 24/24；接触22/24</a:t>
            </a:r>
          </a:p>
          <a:p>
            <a:pPr>
              <a:spcAft>
                <a:spcPts val="1500"/>
              </a:spcAft>
              <a:defRPr sz="1800" b="0">
                <a:solidFill>
                  <a:srgbClr val="2A3941"/>
                </a:solidFill>
                <a:latin typeface="微软雅黑"/>
              </a:defRPr>
            </a:pPr>
            <a:r>
              <a:t>• 与三物种24格矩阵分别统计</a:t>
            </a:r>
          </a:p>
        </p:txBody>
      </p:sp>
      <p:pic>
        <p:nvPicPr>
          <p:cNvPr id="5" name="Picture 4" descr="pose_four_cond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495" y="1371600"/>
            <a:ext cx="5903048" cy="42428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跨条件复核提高可检查性，仍不能代替真实结合或电流实验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candidate_confirmation.csv；pose_visualization_source.csv；图示DND四条件，汇总覆盖六候选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怎样核查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ADMET与SA预测提示后续优化重点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39319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6正式候选＋5探索/对照，共11个输入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六候选：5个GI Low，6个BBB No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ADMET-AI 41端点；10个越界预测值单列</a:t>
            </a:r>
          </a:p>
        </p:txBody>
      </p:sp>
      <p:pic>
        <p:nvPicPr>
          <p:cNvPr id="5" name="Picture 4" descr="chemical_candidates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94459"/>
            <a:ext cx="6995160" cy="419709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预测用于识别风险；不能证明安全或耳蜗暴露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SwissADME_combined11.csv；multiparameter_druglikeness11.csv；ADMET-AI 2.0.1；计算预测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怎样核查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三物种比较仅作方向性参考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39319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7USX：六候选几何QC 6/6，区域接触2/6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全部10项首姿势均与省略实验组分距离&lt;1.5 Å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三物种24格矩阵：8个分子 × 3种受体条件</a:t>
            </a:r>
          </a:p>
        </p:txBody>
      </p:sp>
      <p:pic>
        <p:nvPicPr>
          <p:cNvPr id="5" name="Picture 4" descr="worm_qc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94459"/>
            <a:ext cx="6995160" cy="419709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环境冲突限制姿势解释；跨物种分数不能换算药效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six_candidates_plus_two_references_three_species24.csv；worm_pose_qc.csv；7USX独立追加条件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怎样核查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弹性网络检验结构敏感性，尚未形成动态受体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39319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用弹簧网络观察低频结构运动：共六个网络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24个Cα位移帧，均不能直接作全原子对接受体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这项ANM分析不含膜或溶剂，未运行MD</a:t>
            </a:r>
          </a:p>
        </p:txBody>
      </p:sp>
      <p:pic>
        <p:nvPicPr>
          <p:cNvPr id="5" name="Picture 4" descr="NMA_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853" y="1371600"/>
            <a:ext cx="6790332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73168" y="5477256"/>
            <a:ext cx="67939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图示：全局RMS归一化0.5 Å的计算位移；非实验测得的运动。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结构敏感性检查不证明通道开闭，也不证明候选激活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NMA_conformation_diagnostics.csv；NMA_conformation_displacements.csv；图示全局RMS归一化0.5 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怎样核查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生成设计和追加补筛均未获得联合达标分子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39319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生成主结果：40次送算，联合达标0/40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既有模型追加选前10条，联合达标0/10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两分支独立统计，联合达标分子数均为0</a:t>
            </a:r>
          </a:p>
        </p:txBody>
      </p:sp>
      <p:pic>
        <p:nvPicPr>
          <p:cNvPr id="5" name="Picture 4" descr="generated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709242"/>
            <a:ext cx="6995159" cy="356753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当前六候选来自公共库优选；生成分支尚需改进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F5_生成设计联合门槛_data.csv；R3_top10_replay_table.csv；两分支独立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怎样验证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异质参照检验提示流程仍需校准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82496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11条参照选择：8条对接完成，3条制备阻断</a:t>
            </a:r>
          </a:p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静态分数达标3/8，不等同TMC1活性召回率</a:t>
            </a:r>
          </a:p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Amiloride在源结构门禁阻断；后续单独校准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保留参照失败及制备原因，避免将分数门槛当作活性标准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R3_reference_replay_table.csv；R3_reference_independent_qc.csv；Amiloride源结构门禁记录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怎样验证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功能实验先看剂量与洗脱，再检验靶点依赖性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39319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先核正常及MYO7A异常模型的残余功能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首轮1–3候选，0.03–30 μM七点探索梯度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记录机械刺激电流、溶剂漂移、洗脱与细胞状态</a:t>
            </a:r>
          </a:p>
        </p:txBody>
      </p:sp>
      <p:pic>
        <p:nvPicPr>
          <p:cNvPr id="5" name="Picture 4" descr="exper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987297"/>
            <a:ext cx="6995160" cy="30114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后续拟实施：三批独立制备起步，正式样本量由先导方差决定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09_晋级后功能验证实施方案；拟实施方案，未纳入新湿实验数据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怎样验证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疾病模型中的重复改善才支持下游补偿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82496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支持：剂量关系、可逆效应、TMC1依赖及重复改善</a:t>
            </a:r>
          </a:p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限制：无残余功能、无效应或细胞损伤造成假信号</a:t>
            </a:r>
          </a:p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正常、异常、载体、溶剂对照同时保留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无效结果限定到候选与条件；不把单次实验概括为全部路线失败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同功能验证方案；本页为预设判定思路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阶段结论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六个计算候选形成了功能验证优先名单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82496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已完成：固定预算排序、六候选复核和边界核查</a:t>
            </a:r>
          </a:p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当前结论：有依据安排实验优先级，尚无药效结论</a:t>
            </a:r>
          </a:p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下一步：检验可逆电流效应、TMC1依赖与疾病模型改善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从计算优选走向真实功能证据，逐步检验USH1B下游干预假设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科研报告与对应源表；计算结果和研究计划分别解释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靶向TMC1机械转导通道的小分子变构调节剂AI辅助筛选——用于Usher综合征1B的听力代偿保护策略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